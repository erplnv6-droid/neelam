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350" r:id="rId2"/>
  </p:sldIdLst>
  <p:sldSz cx="9144000" cy="5143500" type="screen16x9"/>
  <p:notesSz cx="6797675" cy="9926638"/>
  <p:embeddedFontLst>
    <p:embeddedFont>
      <p:font typeface="Montserrat" panose="00000500000000000000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2" roundtripDataSignature="AMtx7mhe5nkOGsMCReG+k0jlwP3MDwAze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D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3" Type="http://schemas.openxmlformats.org/officeDocument/2006/relationships/commentAuthors" Target="commentAuthors.xml"/><Relationship Id="rId3" Type="http://schemas.openxmlformats.org/officeDocument/2006/relationships/notesMaster" Target="notesMasters/notesMaster1.xml"/><Relationship Id="rId97" Type="http://schemas.openxmlformats.org/officeDocument/2006/relationships/tableStyles" Target="tableStyles.xml"/><Relationship Id="rId7" Type="http://schemas.openxmlformats.org/officeDocument/2006/relationships/font" Target="fonts/font4.fntdata"/><Relationship Id="rId92" Type="http://customschemas.google.com/relationships/presentationmetadata" Target="metadata"/><Relationship Id="rId2" Type="http://schemas.openxmlformats.org/officeDocument/2006/relationships/slide" Target="slides/slide1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d8115313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1fd81153133_0_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16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1fd8115313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352" y="4384593"/>
            <a:ext cx="2341978" cy="4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1fd8115313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3" y="4458399"/>
            <a:ext cx="5679981" cy="366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1fd81153133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9771607" y="3898807"/>
            <a:ext cx="14575" cy="14114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83208" y="1219944"/>
            <a:ext cx="4426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Travelling Set </a:t>
            </a:r>
            <a:endParaRPr lang="en-IN" sz="1800" b="1" dirty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 size 10/11/12</a:t>
            </a:r>
          </a:p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 </a:t>
            </a:r>
            <a:endParaRPr lang="en-IN" sz="2000" b="1" dirty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9702" y="2879392"/>
            <a:ext cx="3511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On purchase of 11 Pcs Get  pcs 1 Free</a:t>
            </a:r>
            <a:endParaRPr lang="en-IN" sz="1800" b="1" dirty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3688712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latin typeface="Montserrat" pitchFamily="2" charset="0"/>
              </a:rPr>
              <a:t>MOQ -11 pcs</a:t>
            </a:r>
            <a:endParaRPr lang="en-IN" sz="1800" b="1" dirty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5EB50-9434-477B-874C-B5279BAE0F09}"/>
              </a:ext>
            </a:extLst>
          </p:cNvPr>
          <p:cNvSpPr txBox="1"/>
          <p:nvPr/>
        </p:nvSpPr>
        <p:spPr>
          <a:xfrm>
            <a:off x="412334" y="473450"/>
            <a:ext cx="5195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Product Of The Month – December 2024  </a:t>
            </a:r>
            <a:endParaRPr lang="en-IN" sz="1800" b="1" dirty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822BDB3-9EF3-41BB-95CD-7A3FE856C7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9490FB0D-0995-4D7B-AE21-174A279889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0357" y="245123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55CDD6E7-070C-4092-ACD4-934BB35549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ACE553-6E99-4D0B-9632-735A96D1BB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1674" y="859203"/>
            <a:ext cx="1730899" cy="17308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D3E502-4B7F-49E7-B4FF-27DC321A90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4866" y="1964212"/>
            <a:ext cx="2438485" cy="228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4055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34EA2"/>
      </a:dk1>
      <a:lt1>
        <a:srgbClr val="FFFFFF"/>
      </a:lt1>
      <a:dk2>
        <a:srgbClr val="595959"/>
      </a:dk2>
      <a:lt2>
        <a:srgbClr val="EEEEEE"/>
      </a:lt2>
      <a:accent1>
        <a:srgbClr val="034EA2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4854</TotalTime>
  <Words>26</Words>
  <Application>Microsoft Office PowerPoint</Application>
  <PresentationFormat>On-screen Show (16:9)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Montserrat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sales2</dc:creator>
  <cp:lastModifiedBy>Amita Kamble</cp:lastModifiedBy>
  <cp:revision>642</cp:revision>
  <cp:lastPrinted>2023-03-15T09:28:26Z</cp:lastPrinted>
  <dcterms:modified xsi:type="dcterms:W3CDTF">2024-11-26T06:16:01Z</dcterms:modified>
</cp:coreProperties>
</file>